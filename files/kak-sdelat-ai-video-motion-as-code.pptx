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make --video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сделать AI-видео
</a:t>
            </a:r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стиле </a:t>
            </a:r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as code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скачать, через что сделать и куда вставить — за 4 шага, без навыков моушн-дизайна.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C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Владислав Сарамуд · маркетинг-директор · контент на нейросетях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what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за видео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самые «дорогие» ролики из ленты: чёрный фон, один яркий акцент, текст точно под голос.</a:t>
            </a:r>
            <a:endParaRPr lang="en-US" sz="19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Сделаны не в видеоредакторе и не генератором видео — а кодом (motion as code).</a:t>
            </a:r>
            <a:endParaRPr lang="en-US" sz="19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кадр описан программой, браузер рендерит их в готовый MP4.</a:t>
            </a:r>
            <a:endParaRPr lang="en-US" sz="19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Превью в браузере = финал, кадр в кадр. И программировать не нужно — код пишет нейросеть.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321040" y="201168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0" y="2286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пишешь руками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389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всё — словами ассистенту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requirements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понадобится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761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нём рендерится видео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2860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Проект-основа (кит)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761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исходник ролика под правки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069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5445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него правишь ролик словами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4069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45445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запустить живое превью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051560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материалы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9115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Скачай проект-основу (кит) с готовым роликом и навыком.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Распакуй архив в отдельную папку.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— гайд и эта презентация для скачивания.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step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051560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превью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папку project в Claude Code.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 живое превью командами справа.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в Chrome адрес localhost:5173 — увидишь ролик вживую.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2468880"/>
            <a:ext cx="5029200" cy="2834640"/>
          </a:xfrm>
          <a:prstGeom prst="roundRect">
            <a:avLst>
              <a:gd name="adj" fmla="val 1935"/>
            </a:avLst>
          </a:prstGeom>
          <a:solidFill>
            <a:srgbClr val="060D0A"/>
          </a:solidFill>
          <a:ln w="12700">
            <a:solidFill>
              <a:srgbClr val="2BFF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633472"/>
            <a:ext cx="45720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project/app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 install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bunx vite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http://localhost:5173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051560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Переделать словами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ассистенту человеческим языком.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меняет код, ты смотришь результат в превью.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Повторяй, пока нравится.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2468880"/>
            <a:ext cx="5029200" cy="2834640"/>
          </a:xfrm>
          <a:prstGeom prst="roundRect">
            <a:avLst>
              <a:gd name="adj" fmla="val 1935"/>
            </a:avLst>
          </a:prstGeom>
          <a:solidFill>
            <a:srgbClr val="060D0A"/>
          </a:solidFill>
          <a:ln w="12700">
            <a:solidFill>
              <a:srgbClr val="2BFF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633472"/>
            <a:ext cx="45720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«замени текст сцены 2 на …»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«сделай акцент фиолетовым»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«добавь слэм на слове «прибыль»»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«собери вертикаль под Reels»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«подставь мою озвучку»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step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051560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Отрендерить ролик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 рендер двойным кликом: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— render.command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render.bat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.mp4 появится в папке out/.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2468880"/>
            <a:ext cx="5029200" cy="2834640"/>
          </a:xfrm>
          <a:prstGeom prst="roundRect">
            <a:avLst>
              <a:gd name="adj" fmla="val 1935"/>
            </a:avLst>
          </a:prstGeom>
          <a:solidFill>
            <a:srgbClr val="060D0A"/>
          </a:solidFill>
          <a:ln w="12700">
            <a:solidFill>
              <a:srgbClr val="2BFF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633472"/>
            <a:ext cx="45720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render.command   (Mac)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render.bat       (Windows)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out/your-video.mp4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publish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вставить готовый ролик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Вертикаль 1080×1920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· Shorts · TikTok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931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ленты: цепляющая первая секунда + субтитры (уже в стиле)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Горизонталь 1920×1080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017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сайт · презентации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931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формат для длинных площадок и эмбедов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compare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motion as code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as code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контроль, фирменный стиль, повторяемо. Превью = финал.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1688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· Kling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2918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«вау»-клип, но текст плывёт, бренд и тайминг не держатся.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83296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0A1411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7616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F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Видеоредактор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32918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6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Гибко, но руками и медленно. Тайминг под слово почти не собрать.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7417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FF8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~/saramud $ go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ход.
</a:t>
            </a:r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 первый ролик сегодня.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FC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Полный разбор и файлы:  </a:t>
            </a:r>
            <a:pPr algn="l" indent="0" marL="0">
              <a:buNone/>
            </a:pPr>
            <a:r>
              <a:rPr lang="en-US" sz="1600" dirty="0">
                <a:solidFill>
                  <a:srgbClr val="2B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saramudvlad.ru/articles/moushn-grafika-kodom-2026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09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FC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Контент под твой бренд (AI-аватар, озвучка, монтаж, автоворонка):  </a:t>
            </a:r>
            <a:pPr algn="l" indent="0" marL="0">
              <a:buNone/>
            </a:pPr>
            <a:r>
              <a:rPr lang="en-US" sz="160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saramudvlad.ru/gpt-shashlik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saramudvlad.ru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Владислав Сарамуд</dc:creator>
  <cp:lastModifiedBy>Владислав Сарамуд</cp:lastModifiedBy>
  <cp:revision>1</cp:revision>
  <dcterms:created xsi:type="dcterms:W3CDTF">2026-10-26T19:08:14Z</dcterms:created>
  <dcterms:modified xsi:type="dcterms:W3CDTF">2026-10-26T19:08:14Z</dcterms:modified>
</cp:coreProperties>
</file>